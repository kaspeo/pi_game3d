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B4FEE-5F1F-4E5D-94F5-D9710AF91495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81D3C-93D6-4BE0-8998-58F0EEF47A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202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831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428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586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285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885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493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199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760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755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494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1853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7811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8615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3540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5020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993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C396-ED2E-4880-B33D-1DB23D04E361}" type="datetimeFigureOut">
              <a:rPr lang="pl-PL" smtClean="0"/>
              <a:t>08.10.2025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9A9E27-6633-44C4-AAF5-F2E54E565C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057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6D2DB6-1FAA-8599-5E30-64DE7E66C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" y="2096641"/>
            <a:ext cx="10500852" cy="2259101"/>
          </a:xfrm>
        </p:spPr>
        <p:txBody>
          <a:bodyPr>
            <a:normAutofit fontScale="90000"/>
          </a:bodyPr>
          <a:lstStyle/>
          <a:p>
            <a:pPr algn="ctr"/>
            <a:r>
              <a:rPr lang="pl-PL" sz="4800" dirty="0"/>
              <a:t>Implementacja edukacyjnej gry 3D wspierającej nauczanie metod</a:t>
            </a:r>
            <a:br>
              <a:rPr lang="pl-PL" sz="4800" dirty="0"/>
            </a:br>
            <a:r>
              <a:rPr lang="pl-PL" sz="4800" dirty="0"/>
              <a:t>numerycznych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C9B3094-07EF-9C6C-B6D5-2EB0B4BD9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916" y="5225098"/>
            <a:ext cx="4572000" cy="830997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pl-PL" sz="2400" dirty="0">
                <a:solidFill>
                  <a:schemeClr val="tx1"/>
                </a:solidFill>
              </a:rPr>
              <a:t>Opiekun: </a:t>
            </a:r>
          </a:p>
          <a:p>
            <a:pPr algn="l">
              <a:spcBef>
                <a:spcPts val="0"/>
              </a:spcBef>
            </a:pPr>
            <a:r>
              <a:rPr lang="pl-PL" sz="2400" dirty="0">
                <a:solidFill>
                  <a:schemeClr val="tx1"/>
                </a:solidFill>
              </a:rPr>
              <a:t>dr hab. inż. Marta Łabuda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128581A-556C-77C4-8503-F5EB402A8223}"/>
              </a:ext>
            </a:extLst>
          </p:cNvPr>
          <p:cNvSpPr txBox="1"/>
          <p:nvPr/>
        </p:nvSpPr>
        <p:spPr>
          <a:xfrm>
            <a:off x="6598264" y="5225098"/>
            <a:ext cx="4503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400" dirty="0"/>
              <a:t>Autor: </a:t>
            </a:r>
          </a:p>
          <a:p>
            <a:pPr algn="r"/>
            <a:r>
              <a:rPr lang="pl-PL" sz="2400" dirty="0"/>
              <a:t>Kacper Krawczyk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0ACA5BC-C0E8-C6C6-709F-EEB33B7EB966}"/>
              </a:ext>
            </a:extLst>
          </p:cNvPr>
          <p:cNvSpPr txBox="1"/>
          <p:nvPr/>
        </p:nvSpPr>
        <p:spPr>
          <a:xfrm>
            <a:off x="2975405" y="1338798"/>
            <a:ext cx="3795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/>
              <a:t>Praca Dyplomowa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11B133A1-55B3-4112-12A8-AA864AD4D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61" y="4675"/>
            <a:ext cx="5660103" cy="1407986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517509B-1F65-AA3E-8CA9-01EB3EB60FBC}"/>
              </a:ext>
            </a:extLst>
          </p:cNvPr>
          <p:cNvSpPr txBox="1"/>
          <p:nvPr/>
        </p:nvSpPr>
        <p:spPr>
          <a:xfrm>
            <a:off x="7862857" y="46810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2000" b="0" i="0" u="none" strike="noStrike" baseline="0" dirty="0">
                <a:latin typeface="ArialMT"/>
              </a:rPr>
              <a:t>Kierunek: Fizyka Techniczna</a:t>
            </a:r>
          </a:p>
          <a:p>
            <a:pPr algn="l"/>
            <a:r>
              <a:rPr lang="pl-PL" sz="2000" b="0" i="0" u="none" strike="noStrike" baseline="0" dirty="0">
                <a:latin typeface="ArialMT"/>
              </a:rPr>
              <a:t>Specjalność: Informatyka stosowana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97960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E99189-0233-56B4-A7D6-D67FD1A7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i założenia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61EFA7-77D7-F349-4099-0087F34A8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4551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36252C-F0CF-CF95-57CD-A535E310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Wykorzystane metody i narzędzia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404702-AF0E-A9FD-A7AF-3A880D0A6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171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586198-B5B3-512F-3C48-72621C85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Scenariusz gry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8A4787-0240-834B-7458-5372CD6F3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608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F6BFD5-EE28-A689-AA46-C0AD8642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poziomy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4E22AA-8BD3-0025-ACA0-6DEF6F55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227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B8355B-1BFE-8258-18DD-3A157939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1F4F91-4E78-DFAF-6DA4-B026EB34E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Stworzono gry posiadającą 11 etapów.</a:t>
            </a:r>
          </a:p>
          <a:p>
            <a:r>
              <a:rPr lang="pl-PL" dirty="0"/>
              <a:t>Pierwszy etap to sam wstęp nazwany </a:t>
            </a:r>
            <a:r>
              <a:rPr lang="pl-PL" dirty="0" err="1"/>
              <a:t>turotialem</a:t>
            </a:r>
            <a:r>
              <a:rPr lang="pl-PL" dirty="0"/>
              <a:t> </a:t>
            </a:r>
            <a:r>
              <a:rPr lang="pl-PL" dirty="0" err="1"/>
              <a:t>któr</a:t>
            </a:r>
            <a:r>
              <a:rPr lang="pl-PL" dirty="0"/>
              <a:t> uczy gracza </a:t>
            </a:r>
            <a:r>
              <a:rPr lang="pl-PL" dirty="0" err="1"/>
              <a:t>porusznia</a:t>
            </a:r>
            <a:r>
              <a:rPr lang="pl-PL" dirty="0"/>
              <a:t> się i zapoznaje z mechanikami gry.</a:t>
            </a:r>
          </a:p>
          <a:p>
            <a:r>
              <a:rPr lang="pl-PL" dirty="0"/>
              <a:t>Każde z 9 etapów to jedna metoda numeryczna.</a:t>
            </a:r>
          </a:p>
          <a:p>
            <a:r>
              <a:rPr lang="pl-PL" dirty="0"/>
              <a:t>Ostatni 10 etap to podsumowanie wszystkich poprzednich etapów w formie </a:t>
            </a:r>
            <a:r>
              <a:rPr lang="pl-PL" dirty="0" err="1"/>
              <a:t>quziów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588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6F6590-5EBF-BC34-791B-2C788E2A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Koniec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7F38D3-643A-669D-9AE8-ED335EE9D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3202495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169</TotalTime>
  <Words>92</Words>
  <Application>Microsoft Office PowerPoint</Application>
  <PresentationFormat>Panoramiczny</PresentationFormat>
  <Paragraphs>18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3" baseType="lpstr">
      <vt:lpstr>Aptos</vt:lpstr>
      <vt:lpstr>Arial</vt:lpstr>
      <vt:lpstr>ArialMT</vt:lpstr>
      <vt:lpstr>Trebuchet MS</vt:lpstr>
      <vt:lpstr>Wingdings 3</vt:lpstr>
      <vt:lpstr>Faseta</vt:lpstr>
      <vt:lpstr>Implementacja edukacyjnej gry 3D wspierającej nauczanie metod numerycznych</vt:lpstr>
      <vt:lpstr>Cel i założenia pracy</vt:lpstr>
      <vt:lpstr>Wykorzystane metody i narzędzia </vt:lpstr>
      <vt:lpstr>Scenariusz gry</vt:lpstr>
      <vt:lpstr>Przykładowe poziomy</vt:lpstr>
      <vt:lpstr>Podsumowanie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Kacper Krawczyk</dc:creator>
  <cp:lastModifiedBy>Kacper Krawczyk</cp:lastModifiedBy>
  <cp:revision>2</cp:revision>
  <dcterms:created xsi:type="dcterms:W3CDTF">2025-10-08T13:57:50Z</dcterms:created>
  <dcterms:modified xsi:type="dcterms:W3CDTF">2025-10-08T16:46:54Z</dcterms:modified>
</cp:coreProperties>
</file>